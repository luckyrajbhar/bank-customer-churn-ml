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Bank Customer Churn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Machine learning solution to predict customer churn for a bank.</a:t>
            </a:r>
          </a:p>
          <a:p>
            <a:pPr>
              <a:defRPr sz="1800"/>
            </a:pPr>
            <a:r>
              <a:t>Includes model training, deployment, and an interactive Streamlit app.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 churn reduces bank revenue and increases acquisition costs.</a:t>
            </a:r>
          </a:p>
          <a:p>
            <a:pPr>
              <a:defRPr sz="1800"/>
            </a:pPr>
            <a:r>
              <a:t>Predict churn early to enable retention interventions.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cleaning, categorical encoding, feature engineering.</a:t>
            </a:r>
          </a:p>
          <a:p>
            <a:pPr>
              <a:defRPr sz="1800"/>
            </a:pPr>
            <a:r>
              <a:t>Created balance-per-product feature and scaled numerical inputs.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Ensemble Voting Classifier with SVM, Gradient Boosting, and XGBoost.</a:t>
            </a:r>
          </a:p>
          <a:p>
            <a:pPr>
              <a:defRPr sz="1800"/>
            </a:pPr>
            <a:r>
              <a:t>Soft voting uses predicted probabilities for final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Streamlit app in `app.py` for interactive churn prediction.</a:t>
            </a:r>
          </a:p>
          <a:p>
            <a:pPr>
              <a:defRPr sz="1800"/>
            </a:pPr>
            <a:r>
              <a:t>User enters profile data and receives churn risk probability.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Report: `project_report.md`</a:t>
            </a:r>
          </a:p>
          <a:p>
            <a:pPr>
              <a:defRPr sz="1800"/>
            </a:pPr>
            <a:r>
              <a:t>Presentation: `Bank_Churn_Presentation.pptx`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
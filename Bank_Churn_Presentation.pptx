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AI-generated project presentation with a polished structure for business and technical audiences.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Predict whether bank customers will churn using machine learning.</a:t>
            </a:r>
          </a:p>
          <a:p>
            <a:pPr>
              <a:defRPr sz="1800"/>
            </a:pPr>
            <a:r>
              <a:t>Use customer profile and financial behavior features.</a:t>
            </a:r>
          </a:p>
          <a:p>
            <a:pPr>
              <a:defRPr sz="1800"/>
            </a:pPr>
            <a:r>
              <a:t>Built with Python, scikit-learn, XGBoost, and Streamlit.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Customer churn causes lost revenue and higher acquisition costs.</a:t>
            </a:r>
          </a:p>
          <a:p>
            <a:pPr>
              <a:defRPr sz="1800"/>
            </a:pPr>
            <a:r>
              <a:t>Objective: identify at-risk customers early.</a:t>
            </a:r>
          </a:p>
          <a:p>
            <a:pPr>
              <a:defRPr sz="1800"/>
            </a:pPr>
            <a:r>
              <a:t>Enable retention actions with targeted interventions.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Used demographic and account data such as age, balance, tenure.</a:t>
            </a:r>
          </a:p>
          <a:p>
            <a:pPr>
              <a:defRPr sz="1800"/>
            </a:pPr>
            <a:r>
              <a:t>One-hot encoded gender and country features.</a:t>
            </a:r>
          </a:p>
          <a:p>
            <a:pPr>
              <a:defRPr sz="1800"/>
            </a:pPr>
            <a:r>
              <a:t>Created `balance_per_product` to measure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Combined SVM, Gradient Boosting, and XGBoost in a Voting Classifier.</a:t>
            </a:r>
          </a:p>
          <a:p>
            <a:pPr>
              <a:defRPr sz="1800"/>
            </a:pPr>
            <a:r>
              <a:t>Soft voting aggregates prediction probabilities for accuracy.</a:t>
            </a:r>
          </a:p>
          <a:p>
            <a:pPr>
              <a:defRPr sz="1800"/>
            </a:pPr>
            <a:r>
              <a:t>Trained on scaled features for consistent model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Streamlit app accepts customer details for real-time scoring.</a:t>
            </a:r>
          </a:p>
          <a:p>
            <a:pPr>
              <a:defRPr sz="1800"/>
            </a:pPr>
            <a:r>
              <a:t>Displays churn probability and risk insights.</a:t>
            </a:r>
          </a:p>
          <a:p>
            <a:pPr>
              <a:defRPr sz="1800"/>
            </a:pPr>
            <a:r>
              <a:t>Supports business decisions for customer retention.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Deliver a deployable model and easy-to-use prediction app.</a:t>
            </a:r>
          </a:p>
          <a:p>
            <a:pPr>
              <a:defRPr sz="1800"/>
            </a:pPr>
            <a:r>
              <a:t>Future work: hyperparameter tuning and richer features.</a:t>
            </a:r>
          </a:p>
          <a:p>
            <a:pPr>
              <a:defRPr sz="1800"/>
            </a:pPr>
            <a:r>
              <a:t>Expand deployment options and integrate customer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presentation was generated automatically using a Python script.</a:t>
            </a:r>
          </a:p>
          <a:p>
            <a:pPr>
              <a:defRPr sz="1800"/>
            </a:pPr>
            <a:r>
              <a:t>It is designed to be clear, professional, and easy to present.</a:t>
            </a:r>
          </a:p>
          <a:p>
            <a:pPr>
              <a:defRPr sz="1800"/>
            </a:pPr>
            <a:r>
              <a:t>Regenerate or customize the slides by editing generate_deliverables.py.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